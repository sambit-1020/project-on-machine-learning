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Energy Consumption Forecasting and Cost Estimation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Sambit Acharya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Objective: Predict daily energy consumption using ML based on temperature, humidity, and time.</a:t>
            </a:r>
          </a:p>
          <a:p>
            <a:pPr>
              <a:defRPr sz="1800"/>
            </a:pPr>
            <a:r>
              <a:t>Also estimate cost of electricity consumption in ₹.</a:t>
            </a:r>
          </a:p>
          <a:p>
            <a:pPr>
              <a:defRPr sz="1800"/>
            </a:pPr>
            <a:r>
              <a:t>Algorithm: Random Forest Regressor.</a:t>
            </a:r>
          </a:p>
          <a:p>
            <a:pPr>
              <a:defRPr sz="1800"/>
            </a:pPr>
            <a:r>
              <a:t>Interface built using Gradio for real-time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Energy_Consumption.xlsx</a:t>
            </a:r>
          </a:p>
          <a:p>
            <a:pPr>
              <a:defRPr sz="1800"/>
            </a:pPr>
            <a:r>
              <a:t>Columns: Datetime, Temperature (°C), Humidity (%), Power_kW.</a:t>
            </a:r>
          </a:p>
          <a:p>
            <a:pPr>
              <a:defRPr sz="1800"/>
            </a:pPr>
            <a:r>
              <a:t>Derived columns: Hour, Day, Month from Datetime.</a:t>
            </a:r>
          </a:p>
          <a:p>
            <a:pPr>
              <a:defRPr sz="1800"/>
            </a:pPr>
            <a:r>
              <a:t>Target: Power_kW (Energy Consumption).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Converted Datetime into Hour, Day, and Month.</a:t>
            </a:r>
          </a:p>
          <a:p>
            <a:pPr>
              <a:defRPr sz="1800"/>
            </a:pPr>
            <a:r>
              <a:t>Handled missing values using imputation.</a:t>
            </a:r>
          </a:p>
          <a:p>
            <a:pPr>
              <a:defRPr sz="1800"/>
            </a:pPr>
            <a:r>
              <a:t>Detected outliers using boxplots.</a:t>
            </a:r>
          </a:p>
          <a:p>
            <a:pPr>
              <a:defRPr sz="1800"/>
            </a:pPr>
            <a:r>
              <a:t>Normalized and cleaned data for model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Line plot showed energy trends over time.</a:t>
            </a:r>
          </a:p>
          <a:p>
            <a:pPr>
              <a:defRPr sz="1800"/>
            </a:pPr>
            <a:r>
              <a:t>Correlation heatmap revealed temperature influence.</a:t>
            </a:r>
          </a:p>
          <a:p>
            <a:pPr>
              <a:defRPr sz="1800"/>
            </a:pPr>
            <a:r>
              <a:t>Boxplot showed few outliers in Power_kW.</a:t>
            </a:r>
          </a:p>
          <a:p>
            <a:pPr>
              <a:defRPr sz="1800"/>
            </a:pPr>
            <a:r>
              <a:t>Energy values mostly between 3–4 kWh.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Model: Random Forest Regressor.</a:t>
            </a:r>
          </a:p>
          <a:p>
            <a:pPr>
              <a:defRPr sz="1800"/>
            </a:pPr>
            <a:r>
              <a:t>Features: Temperature, Humidity, Hour, Day, Month.</a:t>
            </a:r>
          </a:p>
          <a:p>
            <a:pPr>
              <a:defRPr sz="1800"/>
            </a:pPr>
            <a:r>
              <a:t>Split: 80% Train, 20% Test.</a:t>
            </a:r>
          </a:p>
          <a:p>
            <a:pPr>
              <a:defRPr sz="1800"/>
            </a:pPr>
            <a:r>
              <a:t>Model saved for deployment via joblib.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Metrics: R² Score, MAE, RMSE.</a:t>
            </a:r>
          </a:p>
          <a:p>
            <a:pPr>
              <a:defRPr sz="1800"/>
            </a:pPr>
            <a:r>
              <a:t>R² ≈ 0.87 indicating strong prediction accuracy.</a:t>
            </a:r>
          </a:p>
          <a:p>
            <a:pPr>
              <a:defRPr sz="1800"/>
            </a:pPr>
            <a:r>
              <a:t>Feature Importance: Temperature and Hour most influential.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Gradio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Interactive web app using Gradio.</a:t>
            </a:r>
          </a:p>
          <a:p>
            <a:pPr>
              <a:defRPr sz="1800"/>
            </a:pPr>
            <a:r>
              <a:t>Inputs: Temperature, Humidity, Hour, Day, Month.</a:t>
            </a:r>
          </a:p>
          <a:p>
            <a:pPr>
              <a:defRPr sz="1800"/>
            </a:pPr>
            <a:r>
              <a:t>Outputs: Predicted energy (kWh) and cost (₹).</a:t>
            </a:r>
          </a:p>
          <a:p>
            <a:pPr>
              <a:defRPr sz="1800"/>
            </a:pPr>
            <a:r>
              <a:t>Includes graphs for better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Estimation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Formula: Cost = Energy (kWh) × Rate per kWh.</a:t>
            </a:r>
          </a:p>
          <a:p>
            <a:pPr>
              <a:defRPr sz="1800"/>
            </a:pPr>
            <a:r>
              <a:t>Rate assumed ₹6.5/kWh for domestic users.</a:t>
            </a:r>
          </a:p>
          <a:p>
            <a:pPr>
              <a:defRPr sz="1800"/>
            </a:pPr>
            <a:r>
              <a:t>Example: 3.5 kWh → ₹22.75/day.</a:t>
            </a:r>
          </a:p>
          <a:p>
            <a:pPr>
              <a:defRPr sz="1800"/>
            </a:pPr>
            <a:r>
              <a:t>Customizable for Commercial/Industrial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Energy increases with higher temperature and specific hours.</a:t>
            </a:r>
          </a:p>
          <a:p>
            <a:pPr>
              <a:defRPr sz="1800"/>
            </a:pPr>
            <a:r>
              <a:t>Stable predictions matching real-world data.</a:t>
            </a:r>
          </a:p>
          <a:p>
            <a:pPr>
              <a:defRPr sz="1800"/>
            </a:pPr>
            <a:r>
              <a:t>Feature importance highlights main influencers.</a:t>
            </a:r>
          </a:p>
          <a:p>
            <a:pPr>
              <a:defRPr sz="1800"/>
            </a:pPr>
            <a:r>
              <a:t>Visualization simplifies interpretation.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Integrate real-time IoT and weather data.</a:t>
            </a:r>
          </a:p>
          <a:p>
            <a:pPr>
              <a:defRPr sz="1800"/>
            </a:pPr>
            <a:r>
              <a:t>Add LSTM models for time-series forecasting.</a:t>
            </a:r>
          </a:p>
          <a:p>
            <a:pPr>
              <a:defRPr sz="1800"/>
            </a:pPr>
            <a:r>
              <a:t>Monthly/yearly billing prediction in app.</a:t>
            </a:r>
          </a:p>
          <a:p>
            <a:pPr>
              <a:defRPr sz="1800"/>
            </a:pPr>
            <a:r>
              <a:t>Mobile dashboard for accessibility.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Predicted daily energy and cost efficiently.</a:t>
            </a:r>
          </a:p>
          <a:p>
            <a:pPr>
              <a:defRPr sz="1800"/>
            </a:pPr>
            <a:r>
              <a:t>Covered entire ML lifecycle from EDA to deployment.</a:t>
            </a:r>
          </a:p>
          <a:p>
            <a:pPr>
              <a:defRPr sz="1800"/>
            </a:pPr>
            <a:r>
              <a:t>Encourages smarter energy planning.</a:t>
            </a:r>
          </a:p>
          <a:p>
            <a:pPr>
              <a:defRPr sz="1800"/>
            </a:pPr>
            <a:r>
              <a:t>Showcases practical ML and Gradio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2206</Words>
  <Application>WPS Presentation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Orange Waves</vt:lpstr>
      <vt:lpstr>Energy Consumption Forecasting and Cost Estimation using Machine Learning</vt:lpstr>
      <vt:lpstr>Project Overview</vt:lpstr>
      <vt:lpstr>Dataset Description</vt:lpstr>
      <vt:lpstr>Data Preprocessing</vt:lpstr>
      <vt:lpstr>Exploratory Data Analysis (EDA)</vt:lpstr>
      <vt:lpstr>Model Building</vt:lpstr>
      <vt:lpstr>Model Evaluation</vt:lpstr>
      <vt:lpstr>Gradio Application</vt:lpstr>
      <vt:lpstr>Cost Estimation Logic</vt:lpstr>
      <vt:lpstr>Key Insights &amp; Observations</vt:lpstr>
      <vt:lpstr>Future Enhancements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WPS_1718294961</cp:lastModifiedBy>
  <cp:revision>4</cp:revision>
  <dcterms:created xsi:type="dcterms:W3CDTF">2013-01-27T09:14:00Z</dcterms:created>
  <dcterms:modified xsi:type="dcterms:W3CDTF">2025-10-31T18:37:34Z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9CC12AE208594C00B676D36E2E49AD20_12</vt:lpwstr>
  </property>
  <property fmtid="{D5CDD505-2E9C-101B-9397-08002B2CF9AE}" pid="3" name="KSOProductBuildVer">
    <vt:lpwstr>1033-12.2.0.23155</vt:lpwstr>
  </property>
</Properties>
</file>